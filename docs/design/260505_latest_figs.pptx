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63B9-1F60-06D4-2283-990E78C42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771A9-54DB-2237-58E9-7E5CE67A6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67C89-541E-9308-CA8D-9052CB44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6505C-BD23-7A11-C7FD-04554023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8BDF2-90F3-F5EA-2FCB-BEA1F625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3187-3E4C-C2CE-4E9D-C9CCC17E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50C82-85AB-E5D4-C3D6-36DDC460C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FD5F1-8AC0-0A73-F669-845A3A46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370FE-1940-9EE7-689C-CF0D797E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E7219-2DE4-674B-F59D-C4965FFA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3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930B-433F-5429-FA3B-3E6B65747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3D305-3613-5678-4F95-EB74C3792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42B60-CF8C-E3F8-1453-B7890ABD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C1DB1-770D-4CA4-E6AE-D716FD58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94F8-5338-341A-180E-D1F38341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1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C5F4-E636-6F63-C85D-EA7F403D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F2D41-C15E-B15A-48EB-40CC3DA1C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47493-02C0-4B17-D455-1E7CB1204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F1B03-E036-3356-1028-1CEA2F8D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A91DC-62AC-1657-9389-466ACA26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E657A-2F9B-6EC7-901D-AD1D49C4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2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7992-42B9-FFCF-2BEF-E1D6DE12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52C15-7D95-B21B-A5F6-D10715BB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D8E8E-B7F6-03FD-3EB9-403AB0346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9F852-728B-AC21-56AE-EB18B2F72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4E9EB-47CD-A1EB-851F-51C472097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5EF03-0D2E-D984-99BD-98529F3F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CE43E-28B1-21BB-CF95-F1B70DF1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C8764-08E2-E70B-B776-7157F737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9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29E2-C196-5299-352A-65753B52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B78C9-BEDF-2282-D287-F52F52C7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22593-D2C9-B648-7217-D4BBEB5E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D1B0D-3927-6C43-CC8F-5DB36424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2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E88DD-642E-00A5-B851-700025CA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670AC-D935-3B43-7E5D-59CA42DF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E1F8E-012F-CFDF-9C4F-CA40A9C6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1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05BF-6FE4-60E5-B83F-7B3A54FC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C977-0DDD-0BCB-6B81-28D724F81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50B35-96DE-C7C3-08B9-0A0AEF7C7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A5135-7535-CB8D-2D33-AF5D58DB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D9221-C956-5ACE-7E3C-2A023C95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6C46A-933D-886C-E7D8-C2344753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5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98AC-7956-DAEA-16A1-51918B62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CCBF3-D399-8E65-6EEB-C2A6DC1F1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8F99A-1707-44F6-99D6-E7C8EC696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E1BB9-FF67-0AB4-C383-B6565722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60CE1-5364-59F7-87EC-57162902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BA033-B22B-8B79-6ECC-4436A98F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9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7617-3A71-20FE-C960-6829F45D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3ADE1-F03C-964D-F0A4-B2B0E0A03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6E762-6347-14EF-0523-44AA2607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78189-FF0A-7079-51BB-68A53858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FAEFD-2057-9ADC-937D-7C62E4A6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2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94D95-16B8-ED73-46C8-46E8D8963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27659-0700-2769-AF8D-9BD799132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DDF61-2513-A689-5A97-F04230C21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388C-45EB-2B6A-751E-A91CD128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82547-8D1F-AFD9-DB6B-8589B600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BA8F2-2511-562A-CFCB-8EC6F121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4566D-936C-E19D-3EC8-0915376C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C8D71-ACF0-DFD9-653F-F979167C1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6FEA7-C249-49D3-A77A-B7F3DA25C22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5D8D5-43CA-3A5C-D94C-BADD99DC9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D10E2-62CB-CE3F-DDD9-1306F0D53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7BC20-93A5-4524-A214-259AE5E64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4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F91F9-17CC-6107-C7DF-F3C2C16CBDC6}"/>
              </a:ext>
            </a:extLst>
          </p:cNvPr>
          <p:cNvSpPr txBox="1"/>
          <p:nvPr/>
        </p:nvSpPr>
        <p:spPr>
          <a:xfrm>
            <a:off x="1943588" y="13764"/>
            <a:ext cx="254765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buntu Sans" pitchFamily="2" charset="0"/>
              </a:rPr>
              <a:t>Mean-Pool Transformer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C7059-BD58-3DC6-1BC6-D9937A077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98" y="455889"/>
            <a:ext cx="3204230" cy="2660372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40D00E-0417-80AA-63FE-7C88FDF20393}"/>
              </a:ext>
            </a:extLst>
          </p:cNvPr>
          <p:cNvSpPr txBox="1"/>
          <p:nvPr/>
        </p:nvSpPr>
        <p:spPr>
          <a:xfrm>
            <a:off x="5482955" y="13764"/>
            <a:ext cx="304100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buntu Sans" pitchFamily="2" charset="0"/>
              </a:rPr>
              <a:t>GPT-2 Emb Transformer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AF834D-8A9F-6592-C23A-17BED1AE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343" y="3164110"/>
            <a:ext cx="3204230" cy="29753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64D550-BE37-E4C4-5FF1-053041B6B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344" y="455888"/>
            <a:ext cx="3204230" cy="26603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DC0457-7C66-936E-DEB1-6322F2BE7F01}"/>
              </a:ext>
            </a:extLst>
          </p:cNvPr>
          <p:cNvSpPr txBox="1"/>
          <p:nvPr/>
        </p:nvSpPr>
        <p:spPr>
          <a:xfrm>
            <a:off x="6530829" y="3241600"/>
            <a:ext cx="19931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Ubuntu Sans" pitchFamily="2" charset="0"/>
              </a:rPr>
              <a:t>Confusion Matrix</a:t>
            </a:r>
          </a:p>
          <a:p>
            <a:pPr algn="ctr"/>
            <a:r>
              <a:rPr lang="en-US" sz="900" dirty="0">
                <a:latin typeface="Ubuntu Sans" pitchFamily="2" charset="0"/>
              </a:rPr>
              <a:t>(thres=0.48)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2882DD-3891-BBA6-C994-4E3BE4EA9752}"/>
              </a:ext>
            </a:extLst>
          </p:cNvPr>
          <p:cNvGrpSpPr/>
          <p:nvPr/>
        </p:nvGrpSpPr>
        <p:grpSpPr>
          <a:xfrm>
            <a:off x="1615298" y="3164110"/>
            <a:ext cx="3204230" cy="2975357"/>
            <a:chOff x="1076865" y="3164110"/>
            <a:chExt cx="3204230" cy="29753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A9D6A3-DEAB-E605-778F-808E13BA0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6865" y="3164110"/>
              <a:ext cx="3204230" cy="2975357"/>
            </a:xfrm>
            <a:prstGeom prst="rect">
              <a:avLst/>
            </a:prstGeom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D9806D-F690-EF02-2D83-CCB8ABEADB5B}"/>
                </a:ext>
              </a:extLst>
            </p:cNvPr>
            <p:cNvSpPr txBox="1"/>
            <p:nvPr/>
          </p:nvSpPr>
          <p:spPr>
            <a:xfrm>
              <a:off x="2210499" y="3241600"/>
              <a:ext cx="199313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Ubuntu Sans" pitchFamily="2" charset="0"/>
                </a:rPr>
                <a:t>Confusion Matrix</a:t>
              </a:r>
            </a:p>
            <a:p>
              <a:pPr algn="ctr"/>
              <a:r>
                <a:rPr lang="en-US" sz="900" dirty="0">
                  <a:latin typeface="Ubuntu Sans" pitchFamily="2" charset="0"/>
                </a:rPr>
                <a:t>(thres=0.50)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33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6F8EEE-EB03-96C7-EA72-2CCBA94B0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883" y="180363"/>
            <a:ext cx="4827378" cy="1607444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BB78B7-3790-6680-AC6C-06E0AE52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883" y="2097080"/>
            <a:ext cx="4827378" cy="1944787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F0431-4E6D-F8F4-B09C-1CCDB95A1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883" y="4133027"/>
            <a:ext cx="4827378" cy="1944787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83422F-7078-519F-D204-F67A6B094432}"/>
              </a:ext>
            </a:extLst>
          </p:cNvPr>
          <p:cNvSpPr txBox="1"/>
          <p:nvPr/>
        </p:nvSpPr>
        <p:spPr>
          <a:xfrm>
            <a:off x="4312539" y="2097080"/>
            <a:ext cx="4176067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buntu Sans" pitchFamily="2" charset="0"/>
              </a:rPr>
              <a:t>Mean-Pool Transformer Model Predictions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D7935-136D-89C6-DB94-1B703AC524C2}"/>
              </a:ext>
            </a:extLst>
          </p:cNvPr>
          <p:cNvSpPr txBox="1"/>
          <p:nvPr/>
        </p:nvSpPr>
        <p:spPr>
          <a:xfrm>
            <a:off x="4312539" y="4133027"/>
            <a:ext cx="4176067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buntu Sans" pitchFamily="2" charset="0"/>
              </a:rPr>
              <a:t>GPT-2 Emb Transformer Model Predictions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BDCDB5-6A8C-7F7E-B4CB-6412678D7B8D}"/>
              </a:ext>
            </a:extLst>
          </p:cNvPr>
          <p:cNvSpPr txBox="1"/>
          <p:nvPr/>
        </p:nvSpPr>
        <p:spPr>
          <a:xfrm>
            <a:off x="5247339" y="0"/>
            <a:ext cx="230646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buntu Sans" pitchFamily="2" charset="0"/>
              </a:rPr>
              <a:t>Test Dataset</a:t>
            </a:r>
          </a:p>
        </p:txBody>
      </p:sp>
    </p:spTree>
    <p:extLst>
      <p:ext uri="{BB962C8B-B14F-4D97-AF65-F5344CB8AC3E}">
        <p14:creationId xmlns:p14="http://schemas.microsoft.com/office/powerpoint/2010/main" val="1986115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Ubuntu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Lu</dc:creator>
  <cp:lastModifiedBy>Dan Lu</cp:lastModifiedBy>
  <cp:revision>2</cp:revision>
  <dcterms:created xsi:type="dcterms:W3CDTF">2026-05-05T14:59:35Z</dcterms:created>
  <dcterms:modified xsi:type="dcterms:W3CDTF">2026-05-05T15:34:49Z</dcterms:modified>
</cp:coreProperties>
</file>